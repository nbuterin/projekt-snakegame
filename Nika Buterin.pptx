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9" r:id="rId4"/>
    <p:sldId id="258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51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E0224-45A6-4652-97EC-A3803E5153D8}" type="datetimeFigureOut">
              <a:rPr lang="en-GB" smtClean="0"/>
              <a:t>02/05/2019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DBFA0-672A-4E27-AFB0-AC800930E5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32658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E0224-45A6-4652-97EC-A3803E5153D8}" type="datetimeFigureOut">
              <a:rPr lang="en-GB" smtClean="0"/>
              <a:t>02/05/2019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DBFA0-672A-4E27-AFB0-AC800930E5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01949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E0224-45A6-4652-97EC-A3803E5153D8}" type="datetimeFigureOut">
              <a:rPr lang="en-GB" smtClean="0"/>
              <a:t>02/05/2019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DBFA0-672A-4E27-AFB0-AC800930E5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97162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E0224-45A6-4652-97EC-A3803E5153D8}" type="datetimeFigureOut">
              <a:rPr lang="en-GB" smtClean="0"/>
              <a:t>02/05/2019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DBFA0-672A-4E27-AFB0-AC800930E5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39951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E0224-45A6-4652-97EC-A3803E5153D8}" type="datetimeFigureOut">
              <a:rPr lang="en-GB" smtClean="0"/>
              <a:t>02/05/2019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DBFA0-672A-4E27-AFB0-AC800930E5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4995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E0224-45A6-4652-97EC-A3803E5153D8}" type="datetimeFigureOut">
              <a:rPr lang="en-GB" smtClean="0"/>
              <a:t>02/05/2019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DBFA0-672A-4E27-AFB0-AC800930E5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74433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E0224-45A6-4652-97EC-A3803E5153D8}" type="datetimeFigureOut">
              <a:rPr lang="en-GB" smtClean="0"/>
              <a:t>02/05/2019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DBFA0-672A-4E27-AFB0-AC800930E5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0138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E0224-45A6-4652-97EC-A3803E5153D8}" type="datetimeFigureOut">
              <a:rPr lang="en-GB" smtClean="0"/>
              <a:t>02/05/2019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DBFA0-672A-4E27-AFB0-AC800930E5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69239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E0224-45A6-4652-97EC-A3803E5153D8}" type="datetimeFigureOut">
              <a:rPr lang="en-GB" smtClean="0"/>
              <a:t>02/05/2019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DBFA0-672A-4E27-AFB0-AC800930E5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26245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E0224-45A6-4652-97EC-A3803E5153D8}" type="datetimeFigureOut">
              <a:rPr lang="en-GB" smtClean="0"/>
              <a:t>02/05/2019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DBFA0-672A-4E27-AFB0-AC800930E5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84627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E0224-45A6-4652-97EC-A3803E5153D8}" type="datetimeFigureOut">
              <a:rPr lang="en-GB" smtClean="0"/>
              <a:t>02/05/2019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DBFA0-672A-4E27-AFB0-AC800930E511}" type="slidenum">
              <a:rPr lang="en-GB" smtClean="0"/>
              <a:t>‹#›</a:t>
            </a:fld>
            <a:endParaRPr lang="en-GB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725002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E0224-45A6-4652-97EC-A3803E5153D8}" type="datetimeFigureOut">
              <a:rPr lang="en-GB" smtClean="0"/>
              <a:t>02/05/2019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DBFA0-672A-4E27-AFB0-AC800930E5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72930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E0224-45A6-4652-97EC-A3803E5153D8}" type="datetimeFigureOut">
              <a:rPr lang="en-GB" smtClean="0"/>
              <a:t>02/05/2019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DBFA0-672A-4E27-AFB0-AC800930E511}" type="slidenum">
              <a:rPr lang="en-GB" smtClean="0"/>
              <a:t>‹#›</a:t>
            </a:fld>
            <a:endParaRPr lang="en-GB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884764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E0224-45A6-4652-97EC-A3803E5153D8}" type="datetimeFigureOut">
              <a:rPr lang="en-GB" smtClean="0"/>
              <a:t>02/05/2019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DBFA0-672A-4E27-AFB0-AC800930E5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47718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E0224-45A6-4652-97EC-A3803E5153D8}" type="datetimeFigureOut">
              <a:rPr lang="en-GB" smtClean="0"/>
              <a:t>02/05/2019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DBFA0-672A-4E27-AFB0-AC800930E5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1064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E0224-45A6-4652-97EC-A3803E5153D8}" type="datetimeFigureOut">
              <a:rPr lang="en-GB" smtClean="0"/>
              <a:t>02/05/2019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DBFA0-672A-4E27-AFB0-AC800930E5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40468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DE0224-45A6-4652-97EC-A3803E5153D8}" type="datetimeFigureOut">
              <a:rPr lang="en-GB" smtClean="0"/>
              <a:t>02/05/2019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F96DBFA0-672A-4E27-AFB0-AC800930E5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88830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prod.teamgantt.com/gantt/schedule/?ids=1609646#&amp;ids=1609646&amp;user=&amp;custom=&amp;company=&amp;hide_completed=false&amp;date_filter=&amp;color_filter=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41251" y="1515772"/>
            <a:ext cx="7766936" cy="1646302"/>
          </a:xfrm>
        </p:spPr>
        <p:txBody>
          <a:bodyPr/>
          <a:lstStyle/>
          <a:p>
            <a:r>
              <a:rPr lang="hr-HR" dirty="0" smtClean="0">
                <a:solidFill>
                  <a:schemeClr val="tx1"/>
                </a:solidFill>
              </a:rPr>
              <a:t>JAVA projektni zadatak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402297" y="6309550"/>
            <a:ext cx="1704245" cy="1096899"/>
          </a:xfrm>
        </p:spPr>
        <p:txBody>
          <a:bodyPr>
            <a:normAutofit/>
          </a:bodyPr>
          <a:lstStyle/>
          <a:p>
            <a:r>
              <a:rPr lang="hr-HR" sz="2000" dirty="0" smtClean="0">
                <a:solidFill>
                  <a:schemeClr val="tx1"/>
                </a:solidFill>
              </a:rPr>
              <a:t>Nika Buterin</a:t>
            </a:r>
            <a:endParaRPr lang="en-GB" sz="2000" dirty="0">
              <a:solidFill>
                <a:schemeClr val="tx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375445" y="3162074"/>
            <a:ext cx="309357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hr-HR" sz="3600" dirty="0" smtClean="0">
                <a:solidFill>
                  <a:schemeClr val="tx1"/>
                </a:solidFill>
              </a:rPr>
              <a:t>SNAKE</a:t>
            </a:r>
            <a:r>
              <a:rPr lang="hr-HR" sz="3200" dirty="0" smtClean="0">
                <a:solidFill>
                  <a:schemeClr val="tx1"/>
                </a:solidFill>
              </a:rPr>
              <a:t> game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20524603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 smtClean="0">
                <a:solidFill>
                  <a:schemeClr val="tx1"/>
                </a:solidFill>
              </a:rPr>
              <a:t>Ganttov dijagram izrade igrice</a:t>
            </a:r>
            <a:endParaRPr lang="en-GB" dirty="0">
              <a:solidFill>
                <a:schemeClr val="tx1"/>
              </a:solidFill>
            </a:endParaRP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041" r="18884" b="-1"/>
          <a:stretch/>
        </p:blipFill>
        <p:spPr>
          <a:xfrm>
            <a:off x="267128" y="1270000"/>
            <a:ext cx="9417079" cy="4156579"/>
          </a:xfrm>
        </p:spPr>
      </p:pic>
    </p:spTree>
    <p:extLst>
      <p:ext uri="{BB962C8B-B14F-4D97-AF65-F5344CB8AC3E}">
        <p14:creationId xmlns:p14="http://schemas.microsoft.com/office/powerpoint/2010/main" val="23944874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 smtClean="0">
                <a:solidFill>
                  <a:schemeClr val="tx1"/>
                </a:solidFill>
              </a:rPr>
              <a:t>Izrada Gantt dijagrama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dirty="0" smtClean="0"/>
              <a:t>Za izradu Gantt dijagrama korišten je TeamGant Software, odnosno free trial koji maksimlano traje 15dana</a:t>
            </a:r>
          </a:p>
          <a:p>
            <a:r>
              <a:rPr lang="hr-HR" dirty="0" smtClean="0"/>
              <a:t>Link na kom se nalazi trenutni projekt:</a:t>
            </a:r>
          </a:p>
          <a:p>
            <a:r>
              <a:rPr lang="en-GB" dirty="0" smtClean="0">
                <a:solidFill>
                  <a:schemeClr val="tx1"/>
                </a:solidFill>
                <a:hlinkClick r:id="rId2"/>
              </a:rPr>
              <a:t>https</a:t>
            </a:r>
            <a:r>
              <a:rPr lang="en-GB" dirty="0">
                <a:solidFill>
                  <a:schemeClr val="tx1"/>
                </a:solidFill>
                <a:hlinkClick r:id="rId2"/>
              </a:rPr>
              <a:t>://prod.teamgantt.com/gantt/schedule/?ids=1609646#&amp;ids=1609646&amp;user=&amp;custom=&amp;company=&amp;hide_completed=false&amp;date_filter=&amp;color_filter=</a:t>
            </a:r>
            <a:endParaRPr lang="en-GB" dirty="0">
              <a:solidFill>
                <a:schemeClr val="tx1"/>
              </a:solidFill>
            </a:endParaRPr>
          </a:p>
          <a:p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1012755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 smtClean="0">
                <a:solidFill>
                  <a:schemeClr val="tx1"/>
                </a:solidFill>
              </a:rPr>
              <a:t>Ganttov dijagram-opis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hr-HR" dirty="0" smtClean="0"/>
              <a:t>Izrada PPT-a period od 23. travnja do 2. svibnja (100% )</a:t>
            </a:r>
          </a:p>
          <a:p>
            <a:r>
              <a:rPr lang="hr-HR" dirty="0" smtClean="0"/>
              <a:t>Upload koda na GIT period od 3.svibnja do 30. svibnja</a:t>
            </a:r>
          </a:p>
          <a:p>
            <a:r>
              <a:rPr lang="hr-HR" dirty="0" smtClean="0"/>
              <a:t>Definiranje projektnog zadatka </a:t>
            </a:r>
            <a:r>
              <a:rPr lang="hr-HR" dirty="0"/>
              <a:t>period</a:t>
            </a:r>
            <a:r>
              <a:rPr lang="hr-HR" dirty="0" smtClean="0"/>
              <a:t> od 2. do 3. svibnja</a:t>
            </a:r>
          </a:p>
          <a:p>
            <a:r>
              <a:rPr lang="hr-HR" dirty="0" smtClean="0"/>
              <a:t>Kreiranje GUI-a </a:t>
            </a:r>
            <a:r>
              <a:rPr lang="hr-HR" dirty="0"/>
              <a:t>period</a:t>
            </a:r>
            <a:r>
              <a:rPr lang="hr-HR" dirty="0" smtClean="0"/>
              <a:t> </a:t>
            </a:r>
            <a:r>
              <a:rPr lang="hr-HR" dirty="0"/>
              <a:t>od </a:t>
            </a:r>
            <a:r>
              <a:rPr lang="hr-HR" dirty="0" smtClean="0"/>
              <a:t>3. do 9. svibnja</a:t>
            </a:r>
          </a:p>
          <a:p>
            <a:r>
              <a:rPr lang="hr-HR" dirty="0" smtClean="0"/>
              <a:t>Kreiranje funkcionalnosti </a:t>
            </a:r>
            <a:r>
              <a:rPr lang="hr-HR" dirty="0"/>
              <a:t>period</a:t>
            </a:r>
            <a:r>
              <a:rPr lang="hr-HR" dirty="0" smtClean="0"/>
              <a:t> od 10. do 16. svibnja</a:t>
            </a:r>
          </a:p>
          <a:p>
            <a:r>
              <a:rPr lang="hr-HR" dirty="0" smtClean="0"/>
              <a:t>Ispravljanje potencijalnih grešaka period od 17. do 23. svibnja</a:t>
            </a:r>
          </a:p>
          <a:p>
            <a:r>
              <a:rPr lang="hr-HR" dirty="0" smtClean="0"/>
              <a:t>Release-period od 24. do 30. svibnja</a:t>
            </a:r>
          </a:p>
          <a:p>
            <a:endParaRPr lang="hr-HR" dirty="0" smtClean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347252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 smtClean="0">
                <a:solidFill>
                  <a:schemeClr val="tx1"/>
                </a:solidFill>
              </a:rPr>
              <a:t>Snake game-opis igre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hr-HR" dirty="0" smtClean="0"/>
              <a:t>Klasična 2D snake igra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hr-HR" dirty="0" smtClean="0"/>
              <a:t>Početni meni ( Play / Exit 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hr-HR" dirty="0" smtClean="0"/>
              <a:t>Kretanje zmije i skupljanje poena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hr-HR" dirty="0" smtClean="0"/>
              <a:t>Zbrajanje poena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hr-HR" dirty="0" smtClean="0"/>
              <a:t>Doticaj rubova-&gt; kraj igre -&gt; Meni ( Play again / Exit )</a:t>
            </a:r>
          </a:p>
          <a:p>
            <a:pPr>
              <a:buFont typeface="Wingdings" panose="05000000000000000000" pitchFamily="2" charset="2"/>
              <a:buChar char="Ø"/>
            </a:pP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432568199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Violet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60</TotalTime>
  <Words>166</Words>
  <Application>Microsoft Office PowerPoint</Application>
  <PresentationFormat>Widescreen</PresentationFormat>
  <Paragraphs>22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Trebuchet MS</vt:lpstr>
      <vt:lpstr>Wingdings</vt:lpstr>
      <vt:lpstr>Wingdings 3</vt:lpstr>
      <vt:lpstr>Facet</vt:lpstr>
      <vt:lpstr>JAVA projektni zadatak</vt:lpstr>
      <vt:lpstr>Ganttov dijagram izrade igrice</vt:lpstr>
      <vt:lpstr>Izrada Gantt dijagrama</vt:lpstr>
      <vt:lpstr>Ganttov dijagram-opis</vt:lpstr>
      <vt:lpstr>Snake game-opis igre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DELL</cp:lastModifiedBy>
  <cp:revision>6</cp:revision>
  <dcterms:created xsi:type="dcterms:W3CDTF">2019-05-02T09:42:49Z</dcterms:created>
  <dcterms:modified xsi:type="dcterms:W3CDTF">2019-05-02T10:43:41Z</dcterms:modified>
</cp:coreProperties>
</file>